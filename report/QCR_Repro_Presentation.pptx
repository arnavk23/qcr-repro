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Mean gates, same time budget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Ion-trap (exact engine)</c:v>
                </c:pt>
              </c:strCache>
            </c:strRef>
          </c:tx>
          <c:spPr>
            <a:solidFill>
              <a:srgbClr val="4A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9C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103.3</c:v>
                </c:pt>
                <c:pt idx="1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Mean total gate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gates</c:v>
                </c:pt>
              </c:strCache>
            </c:strRef>
          </c:tx>
          <c:spPr>
            <a:solidFill>
              <a:srgbClr val="4A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9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9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Published
baseline</c:v>
                  </c:pt>
                  <c:pt idx="1">
                    <c:v>Ours
(length-min)</c:v>
                  </c:pt>
                  <c:pt idx="2">
                    <c:v>Ours
(cost-aware)</c:v>
                  </c:pt>
                  <c:pt idx="3">
                    <c:v>qiskit L1–L3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</c:v>
                </c:pt>
                <c:pt idx="1">
                  <c:v>66.1</c:v>
                </c:pt>
                <c:pt idx="2">
                  <c:v>66.7</c:v>
                </c:pt>
                <c:pt idx="3">
                  <c:v>163.6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2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2396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2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Mean total gate count, n = 100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gates</c:v>
                </c:pt>
              </c:strCache>
            </c:strRef>
          </c:tx>
          <c:spPr>
            <a:solidFill>
              <a:srgbClr val="4A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4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4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Published
baseline</c:v>
                  </c:pt>
                  <c:pt idx="1">
                    <c:v>Ours
(length-min)</c:v>
                  </c:pt>
                  <c:pt idx="2">
                    <c:v>Ours
(cost-aware)</c:v>
                  </c:pt>
                  <c:pt idx="3">
                    <c:v>qiskit L2/L3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</c:v>
                </c:pt>
                <c:pt idx="1">
                  <c:v>160.9</c:v>
                </c:pt>
                <c:pt idx="2">
                  <c:v>160.5</c:v>
                </c:pt>
                <c:pt idx="3">
                  <c:v>158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Mean gates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gates</c:v>
                </c:pt>
              </c:strCache>
            </c:strRef>
          </c:tx>
          <c:spPr>
            <a:solidFill>
              <a:srgbClr val="00D9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Ours</c:v>
                  </c:pt>
                  <c:pt idx="1">
                    <c:v>BQSKit L2</c:v>
                  </c:pt>
                  <c:pt idx="2">
                    <c:v>BQSKit L3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67.8</c:v>
                </c:pt>
                <c:pt idx="1">
                  <c:v>155.1</c:v>
                </c:pt>
                <c:pt idx="2">
                  <c:v>133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Two-qubit gates</c:v>
                </c:pt>
              </c:strCache>
            </c:strRef>
          </c:tx>
          <c:spPr>
            <a:solidFill>
              <a:srgbClr val="4A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Ours</c:v>
                  </c:pt>
                  <c:pt idx="1">
                    <c:v>BQSKit L2</c:v>
                  </c:pt>
                  <c:pt idx="2">
                    <c:v>BQSKit L3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25.4</c:v>
                </c:pt>
                <c:pt idx="1">
                  <c:v>36.6</c:v>
                </c:pt>
                <c:pt idx="2">
                  <c:v>30.3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2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2396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2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B8C2E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Total gates — clean win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gates</c:v>
                </c:pt>
              </c:strCache>
            </c:strRef>
          </c:tx>
          <c:spPr>
            <a:solidFill>
              <a:srgbClr val="00D9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Ours</c:v>
                  </c:pt>
                  <c:pt idx="1">
                    <c:v>BQSKit L2</c:v>
                  </c:pt>
                  <c:pt idx="2">
                    <c:v>BQSKit L3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160.5</c:v>
                </c:pt>
                <c:pt idx="1">
                  <c:v>228.9</c:v>
                </c:pt>
                <c:pt idx="2">
                  <c:v>213.2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Two-qubit gates — a genuine near-tie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Two-qubit gates</c:v>
                </c:pt>
              </c:strCache>
            </c:strRef>
          </c:tx>
          <c:spPr>
            <a:solidFill>
              <a:srgbClr val="E874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74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Ours</c:v>
                  </c:pt>
                  <c:pt idx="1">
                    <c:v>BQSKit L2</c:v>
                  </c:pt>
                  <c:pt idx="2">
                    <c:v>BQSKit L3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51.2</c:v>
                </c:pt>
                <c:pt idx="1">
                  <c:v>65.2</c:v>
                </c:pt>
                <c:pt idx="2">
                  <c:v>50.8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Pool size vs. plain ion-trap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at k wires</c:v>
                </c:pt>
              </c:strCache>
            </c:strRef>
          </c:tx>
          <c:spPr>
            <a:solidFill>
              <a:srgbClr val="E874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37</c:v>
                </c:pt>
                <c:pt idx="2">
                  <c:v>57</c:v>
                </c:pt>
                <c:pt idx="3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Plain ion-trap</c:v>
                </c:pt>
              </c:strCache>
            </c:strRef>
          </c:tx>
          <c:spPr>
            <a:solidFill>
              <a:srgbClr val="4A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13</c:v>
                </c:pt>
                <c:pt idx="2">
                  <c:v>21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6B749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Mean total gates, n = 3 (exploratory)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gates</c:v>
                </c:pt>
              </c:strCache>
            </c:strRef>
          </c:tx>
          <c:spPr>
            <a:solidFill>
              <a:srgbClr val="E874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74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4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A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Ours
(hybrid, length)</c:v>
                  </c:pt>
                  <c:pt idx="1">
                    <c:v>Ours
(hybrid, cost)</c:v>
                  </c:pt>
                  <c:pt idx="2">
                    <c:v>qiskit L1</c:v>
                  </c:pt>
                  <c:pt idx="3">
                    <c:v>qiskit L2/L3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</c:v>
                </c:pt>
                <c:pt idx="1">
                  <c:v>167.7</c:v>
                </c:pt>
                <c:pt idx="2">
                  <c:v>115.7</c:v>
                </c:pt>
                <c:pt idx="3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2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2396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2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82880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83464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91440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210312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310896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566928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5486400"/>
            <a:ext cx="109728" cy="109728"/>
          </a:xfrm>
          <a:prstGeom prst="ellipse">
            <a:avLst/>
          </a:prstGeom>
          <a:solidFill>
            <a:srgbClr val="4A5A9E"/>
          </a:solidFill>
          <a:ln/>
        </p:spPr>
      </p:sp>
      <p:sp>
        <p:nvSpPr>
          <p:cNvPr id="10" name="Shape 8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4A5A9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23444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Optimization-Driven Quantum Circuit Reduction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5204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exact, cost-aware compute-graph engine — benchmarked against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Rosenhahn et al. and BQSKit, and pushed past both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Kapoor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extra gate is a chance to fail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present-day hardware, every additional gate is additional exposure to decoherence — and two-qubit gates dominate both error rate and duration. Decomposition, mapping, and scheduling routinely leave behind redundancy a human would remove on sight.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562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0" y="1709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0299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redundant circuit into the shortest equivalent one — exactly, not approximately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0" y="2880360"/>
            <a:ext cx="502920" cy="50292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99923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2852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31729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two-qubit gates = less decoherence exposure on real hardware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83680" y="4023360"/>
            <a:ext cx="502920" cy="50292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414223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0" y="3995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0" y="43159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local term-replacement work leaves real headroom on the table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additions to local term replacement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validated independently, each with its own falsification test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7528" cy="2011680"/>
          </a:xfrm>
          <a:prstGeom prst="roundRect">
            <a:avLst>
              <a:gd name="adj" fmla="val 4545"/>
            </a:avLst>
          </a:prstGeom>
          <a:solidFill>
            <a:srgbClr val="F5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symplectic engine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signed-tableau keys instead of numerical tolerance — every replacement is correct by construction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81928" y="1828800"/>
            <a:ext cx="5367528" cy="2011680"/>
          </a:xfrm>
          <a:prstGeom prst="roundRect">
            <a:avLst>
              <a:gd name="adj" fmla="val 4545"/>
            </a:avLst>
          </a:prstGeom>
          <a:solidFill>
            <a:srgbClr val="F5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01968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2951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0648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Cost-aware objective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601968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candidates by (two-qubit count, length) — trades a cheap gate for an expensive one at equal length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67528" cy="2011680"/>
          </a:xfrm>
          <a:prstGeom prst="roundRect">
            <a:avLst>
              <a:gd name="adj" fmla="val 4545"/>
            </a:avLst>
          </a:prstGeom>
          <a:solidFill>
            <a:srgbClr val="F5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480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6268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453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block reordering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reducible windows the randomized shuffle would otherwise only find by chance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81928" y="4160520"/>
            <a:ext cx="5367528" cy="2011680"/>
          </a:xfrm>
          <a:prstGeom prst="roundRect">
            <a:avLst>
              <a:gd name="adj" fmla="val 4545"/>
            </a:avLst>
          </a:prstGeom>
          <a:solidFill>
            <a:srgbClr val="F5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601968" y="4480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6268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0648" y="4453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window construction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601968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one gate at a time instead of rebuilding from scratch — raises search throughput under the same budget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exact engine for Clifford pools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Clifford unitary is determined up to global phase by its conjugation action on the Pauli generators — representable exactly as a binary symplectic matrix with an integer phase vector. Two circuits collide in the compute graph if and only if they induce the same tableau: no rounding, no tolerance parameter, anywhere in the comparison.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7406640" y="1920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parameters in the comparison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global phase, by construction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4480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5303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replaces floating-point matrices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isn't the only cost that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Single-qubit and two-qubit gates do not cost the same on real hardware. The cost-aware objective orders candidate replacements lexicographically by (two-qubit count, total length) instead of length alone — so it can trade a single-qubit gate for another single-qubit gate purely to remove a two-qubit gate elsewhere, a class of improvement a length-only search never sees.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0" y="173736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F5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22376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ion-trap, this is worth 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14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33101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two-qubit gates, cost-aware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28.2 length-minimizing, same total length)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4206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NISQ, it's structurally a no-op — see slide 11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rebuilding what you already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exhaustive sweep tries every window length at every position — a cap of eight costs 2+3+…+8 = 35 gate-matrix multiplies where eight would do, rebuilding each length's unitary (or tableau) from scratch. Extending one gate at a time instead, and reusing the graph's own cached per-token matrices, cuts that to O(n).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39776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37360"/>
            <a:ext cx="4937760" cy="4572000"/>
          </a:xfrm>
          <a:prstGeom prst="roundRect">
            <a:avLst>
              <a:gd name="adj" fmla="val 2000"/>
            </a:avLst>
          </a:prstGeom>
          <a:solidFill>
            <a:srgbClr val="1B1F3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49440" y="21031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1.27–1.37×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search throughput, both gate sets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3383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−18.3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on the exact-engine ion-trap protocol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663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5000+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5486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mismatches vs. the original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5806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here is validated by an exhaustive per-window parity check, not just an end-to-end run.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result: ion trap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qubits, length-300 circuits, n = 100, identical inputs across methods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gates (vs. 111 published)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two-qubit gates (vs. 43)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−40%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reduction, both metrics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1280160" y="3749040"/>
          <a:ext cx="9601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lucky sample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one-sample t-test of the hundred per-circuit results against the published mean of 111 gives an overwhelming, unambiguous margin — for both the total gate count and the two-qubit count specifically.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5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108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−34.3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834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5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3108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1.0×10⁻⁵⁶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under the null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834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5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3108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−3.4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d, effect size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834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5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3108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[64.1, 69.3]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additionally verifies bit-exact against its input circuit — no numerical tolerance anywhere in the pipeline.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NISQ: the same recipe, a real gap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RX/RZ/CZ, +/-π/2 and +/-π/4 — the exact engine's reach ends here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82880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1B1F3B"/>
          </a:solidFill>
          <a:ln/>
        </p:spPr>
      </p:sp>
      <p:sp>
        <p:nvSpPr>
          <p:cNvPr id="6" name="Shape 3"/>
          <p:cNvSpPr/>
          <p:nvPr/>
        </p:nvSpPr>
        <p:spPr>
          <a:xfrm>
            <a:off x="8001000" y="2148840"/>
            <a:ext cx="594360" cy="594360"/>
          </a:xfrm>
          <a:prstGeom prst="ellipse">
            <a:avLst/>
          </a:prstGeom>
          <a:solidFill>
            <a:srgbClr val="4A5A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286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7824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Treated as the central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of study, not an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incidental weak point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320040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checks confirm this is a fair comparison: input composition matches the published row closely, and our qiskit baselines track the published qiskit baselines far more tightly than on ion trap.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candidate explanations, ruled out in turn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 falsifiable diagnostics — not a shrug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83794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Compute-graph depth (tested independently on the three-wire and four-wire graph)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786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963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Search-time budget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145536"/>
            <a:ext cx="384048" cy="384048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369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154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Search-loop structure (exhaustive sweep vs. random sampling vs. classifier-gated)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03904"/>
            <a:ext cx="384048" cy="384048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9534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38130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discovery (more windows reach the database — almost none of them reduce)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462272"/>
            <a:ext cx="384048" cy="384048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5371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43000" y="44714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Node-key precision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120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43000" y="512978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four-wire graph (1.9M nodes) — no improvement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7680960" y="182880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1B1F3B"/>
          </a:solidFill>
          <a:ln/>
        </p:spPr>
      </p:sp>
      <p:sp>
        <p:nvSpPr>
          <p:cNvPr id="23" name="Shape 15"/>
          <p:cNvSpPr/>
          <p:nvPr/>
        </p:nvSpPr>
        <p:spPr>
          <a:xfrm>
            <a:off x="8001000" y="2103120"/>
            <a:ext cx="548640" cy="548640"/>
          </a:xfrm>
          <a:prstGeom prst="ellipse">
            <a:avLst/>
          </a:prstGeom>
          <a:solidFill>
            <a:srgbClr val="4A5A9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016" y="2231136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7325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 standing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8001000" y="28346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factorization limit — whatever the published database supports on wide, mixed-rotation blocks, ours does not, at any depth tested.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8001000" y="443484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finding: a per-process caching defect changed measured search cost by two orders of magnitude and could invert a benchmark's conclusion.</a:t>
            </a:r>
            <a:endParaRPr lang="en-US" sz="1150" dirty="0"/>
          </a:p>
        </p:txBody>
      </p:sp>
      <p:sp>
        <p:nvSpPr>
          <p:cNvPr id="28" name="Text 19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cost-awareness stalls on NISQ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graph → rich alternatives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5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trap: 2 angles per rotation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distinct token sequences collide onto the same compute-graph node — collision is exactly what populates a rich alternative-factorization list.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 vs 28.2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finds genuinely fewer RXX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7830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graph → nothing to pick between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NISQ: 4 angles per rotation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26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non-Clifford π/4 rotations needs a larger pool — the reachable-state space is sparser, so nodes rarely have more than one factorization at all.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1,267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reducible windows had a better-twq alternative, even at max_alts = 32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direct probing — not a bug in the lookup, a property of the graph.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with BQSKit: ion trap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30, identical circuits, bit-exact verified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011680"/>
            <a:ext cx="777240" cy="777240"/>
          </a:xfrm>
          <a:prstGeom prst="ellipse">
            <a:avLst/>
          </a:prstGeom>
          <a:solidFill>
            <a:srgbClr val="4A5A9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2176272"/>
            <a:ext cx="448056" cy="4480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7824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2× shorter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2971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both total gate count and two-qubit count, against every BQSKit level we could verify.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4160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8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BQSKit L4 excluded: every circuit failed unitary verification at that level in our setup — likely an internal qubit-relabeling issue, not a real result to compare against.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with BQSKit: NISQ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30, identical circuits, bit-exact verified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577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" y="4251960"/>
          <a:ext cx="5577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182880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5F6FB"/>
          </a:solidFill>
          <a:ln/>
        </p:spPr>
      </p:sp>
      <p:sp>
        <p:nvSpPr>
          <p:cNvPr id="7" name="Shape 3"/>
          <p:cNvSpPr/>
          <p:nvPr/>
        </p:nvSpPr>
        <p:spPr>
          <a:xfrm>
            <a:off x="6812280" y="21488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86000"/>
            <a:ext cx="320040" cy="3200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honestly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6812280" y="288036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the headline metric decisively. But BQSKit L3 edges us on raw two-qubit count — 50.8 vs. 51.2 — consistently across two independent samples (n=10 and n=30). That's small but real, and it traces to the same structural cause as slide 11: NISQ's sparser compute graph rarely offers a lower-twq alternative to select.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Pushing further: a richer ion-trap pool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protocols above fix a specific gate set. To test whether the ion-trap advantage survives a harder, more transpiler-realistic pool, we built a third one: RX, RY, RZ at ±π/2, ±π/4, and ±π/8 — mixing Clifford and non-Clifford rotations in the same pool — with RXX fixed at the native π/2 entangler.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same hybrid engine: Clifford windows go to the exact tableau, everything else to the numeric database.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0" y="1828800"/>
          <a:ext cx="4754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result: a real boundary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2A2F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293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874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these depths, we lose — even to qiskit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60604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1874520"/>
            <a:ext cx="4023360" cy="4480560"/>
          </a:xfrm>
          <a:prstGeom prst="roundRect">
            <a:avLst>
              <a:gd name="adj" fmla="val 2273"/>
            </a:avLst>
          </a:prstGeom>
          <a:solidFill>
            <a:srgbClr val="2A2F5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90956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909560" y="25603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12/10/7/5 for plain ion-trap becomes 6/4/4/3 here — the pool's branching factor forces much shallower compute graphs under the same build budget. One wire alone jumps from 545K nodes at depth 6 to 25.6M at depth 8.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44805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transpiler pays no such price for a richer gate set. This is a genuine boundary condition of the lookup-table approach — not a bug, and not fixed by building the same graph deeper.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the field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wins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494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2130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trap: a clean win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450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 published baseline (−40%, p&lt;10⁻⁴⁵) and vs. BQSKit L2/L3 (&gt;2× on both metrics)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3924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NISQ: a real win on total gates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3593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both the published baseline framing and BQSKit — with two-qubit count an honest near-tie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and honestly reported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09360" y="2148840"/>
            <a:ext cx="457200" cy="45720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2494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49440" y="2130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NISQ database factorization limit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949440" y="2450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candidates ruled out; the specific mechanism remains open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39242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4944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mixed-pool depth/branching trade-off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949440" y="3593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it needs a smarter representation, not a deeper build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09360" y="4434840"/>
            <a:ext cx="457200" cy="457200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453542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9440" y="4416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gate types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6949440" y="4736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iSWAP, Toffoli, and continuous angles each need real new infrastructure, not an extension of this one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280160"/>
            <a:ext cx="822960" cy="822960"/>
          </a:xfrm>
          <a:prstGeom prst="ellipse">
            <a:avLst/>
          </a:prstGeom>
          <a:solidFill>
            <a:srgbClr val="4A5A9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1463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246888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method, protocol, and diagnostic studies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2004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report/draft_paper.tex  ·  results/comparison/  ·  scripts/check_*.py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9319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number is reproducible from a single command in the repository README.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2026-09-12T16:29:45Z</dcterms:created>
  <dcterms:modified xsi:type="dcterms:W3CDTF">2026-09-12T16:29:45Z</dcterms:modified>
</cp:coreProperties>
</file>